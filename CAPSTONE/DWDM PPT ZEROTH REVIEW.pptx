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10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" cy="21945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for Inventory Demand and Supplier Risk Prediction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Warehousing, Clustering and Predictive Mining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749040"/>
            <a:ext cx="17338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 Renuga</a:t>
            </a:r>
            <a:b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b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dept.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8F2AE01-5FBF-DB52-D41A-E79945C1BBB0}"/>
              </a:ext>
            </a:extLst>
          </p:cNvPr>
          <p:cNvSpPr txBox="1"/>
          <p:nvPr/>
        </p:nvSpPr>
        <p:spPr>
          <a:xfrm>
            <a:off x="5879123" y="3439551"/>
            <a:ext cx="267051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Krisha Meenatchi M (192511338)</a:t>
            </a:r>
            <a:b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O Joanna Divine (192572003)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. Sadhvika (192572159)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Bavani K (192511146)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generate sales, inventory and supplier data every day, but it is often scattered across separate files.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demand forecasting leads to stockouts or overstocking; unreliable suppliers cause delivery delays and quality issues.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integrates all this data into a central Data Warehouse and applies analytics to support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709928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1709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368296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3682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3026664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30266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368503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36850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Supply Chain Data Warehouse using ETL and a star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09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with similar demand patterns using K-Means clustering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3682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product demand using Random Forest / XGBoost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266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suppliers as Low, Medium or High risk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insights in a Power BI dashboard for 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 &amp;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Data Collection &amp; Data Warehousing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sales, inventory and supplier data from CSV/Excel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 and integrate data (ETL)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 MySQL star-schema warehouse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ETL + MySQL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39319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Inventory Demand Analysis &amp; Clustering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by demand, variability and stock level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fast-moving, slow-moving and unstable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safety stock and reorder strategy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K-Means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3 &amp;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Demand &amp; Supplier Risk Prediction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next-period demand from past sales, season and inventory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suppliers as Low / Medium / High risk using delay, defect rate and fulfillment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Random Forest / 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393192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Analytics Dashboard &amp; Decision Support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demand trends, cluster and risk charts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to reorder, risky suppliers and excess stock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Power BI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Outcomes &amp;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→ Python (Pandas) → MySQL → Scikit-learn (K-Means, Random Forest) → Power BI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17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warehouse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clusters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supplier risk predictions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dashboard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8046720" cy="11887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004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the full pipeline: data collection → ETL → data warehouse → predictive mining → visualization → decision support.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402</Words>
  <Application>Microsoft Office PowerPoint</Application>
  <PresentationFormat>On-screen Show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Capstone</dc:title>
  <dc:subject>PptxGenJS Presentation</dc:subject>
  <dc:creator>PptxGenJS</dc:creator>
  <cp:lastModifiedBy>KRISHA MEENATCHI</cp:lastModifiedBy>
  <cp:revision>2</cp:revision>
  <dcterms:created xsi:type="dcterms:W3CDTF">2026-10-21T07:11:39Z</dcterms:created>
  <dcterms:modified xsi:type="dcterms:W3CDTF">2026-10-21T07:23:15Z</dcterms:modified>
</cp:coreProperties>
</file>